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n Ndung'u" userId="f985bc4d647bc95f" providerId="LiveId" clId="{02957488-9E43-4B0D-A390-1CDED8389951}"/>
    <pc:docChg chg="custSel addSld modSld">
      <pc:chgData name="Harun Ndung'u" userId="f985bc4d647bc95f" providerId="LiveId" clId="{02957488-9E43-4B0D-A390-1CDED8389951}" dt="2025-12-26T10:01:53.452" v="333" actId="20577"/>
      <pc:docMkLst>
        <pc:docMk/>
      </pc:docMkLst>
      <pc:sldChg chg="modSp mod">
        <pc:chgData name="Harun Ndung'u" userId="f985bc4d647bc95f" providerId="LiveId" clId="{02957488-9E43-4B0D-A390-1CDED8389951}" dt="2025-12-26T10:01:53.452" v="333" actId="20577"/>
        <pc:sldMkLst>
          <pc:docMk/>
          <pc:sldMk cId="39973410" sldId="256"/>
        </pc:sldMkLst>
        <pc:spChg chg="mod">
          <ac:chgData name="Harun Ndung'u" userId="f985bc4d647bc95f" providerId="LiveId" clId="{02957488-9E43-4B0D-A390-1CDED8389951}" dt="2025-12-26T10:01:53.452" v="333" actId="20577"/>
          <ac:spMkLst>
            <pc:docMk/>
            <pc:sldMk cId="39973410" sldId="256"/>
            <ac:spMk id="3" creationId="{6B307490-4037-4464-8777-C014B3DA15B3}"/>
          </ac:spMkLst>
        </pc:spChg>
      </pc:sldChg>
      <pc:sldChg chg="modSp mod">
        <pc:chgData name="Harun Ndung'u" userId="f985bc4d647bc95f" providerId="LiveId" clId="{02957488-9E43-4B0D-A390-1CDED8389951}" dt="2025-12-26T10:01:29.955" v="332" actId="20577"/>
        <pc:sldMkLst>
          <pc:docMk/>
          <pc:sldMk cId="1567982321" sldId="258"/>
        </pc:sldMkLst>
        <pc:spChg chg="mod">
          <ac:chgData name="Harun Ndung'u" userId="f985bc4d647bc95f" providerId="LiveId" clId="{02957488-9E43-4B0D-A390-1CDED8389951}" dt="2025-12-26T10:01:29.955" v="332" actId="20577"/>
          <ac:spMkLst>
            <pc:docMk/>
            <pc:sldMk cId="1567982321" sldId="258"/>
            <ac:spMk id="3" creationId="{C33D9514-EAAD-4164-BEFF-8B4428973E67}"/>
          </ac:spMkLst>
        </pc:spChg>
      </pc:sldChg>
      <pc:sldChg chg="modSp mod">
        <pc:chgData name="Harun Ndung'u" userId="f985bc4d647bc95f" providerId="LiveId" clId="{02957488-9E43-4B0D-A390-1CDED8389951}" dt="2025-12-26T10:00:55.062" v="310" actId="14100"/>
        <pc:sldMkLst>
          <pc:docMk/>
          <pc:sldMk cId="418216087" sldId="260"/>
        </pc:sldMkLst>
        <pc:picChg chg="mod">
          <ac:chgData name="Harun Ndung'u" userId="f985bc4d647bc95f" providerId="LiveId" clId="{02957488-9E43-4B0D-A390-1CDED8389951}" dt="2025-12-26T10:00:55.062" v="310" actId="14100"/>
          <ac:picMkLst>
            <pc:docMk/>
            <pc:sldMk cId="418216087" sldId="260"/>
            <ac:picMk id="5" creationId="{3462BA47-DBDB-4D22-A330-074C8B41E8A7}"/>
          </ac:picMkLst>
        </pc:picChg>
      </pc:sldChg>
      <pc:sldChg chg="modSp mod">
        <pc:chgData name="Harun Ndung'u" userId="f985bc4d647bc95f" providerId="LiveId" clId="{02957488-9E43-4B0D-A390-1CDED8389951}" dt="2025-12-26T10:01:06.489" v="312" actId="14100"/>
        <pc:sldMkLst>
          <pc:docMk/>
          <pc:sldMk cId="3767664017" sldId="263"/>
        </pc:sldMkLst>
        <pc:picChg chg="mod">
          <ac:chgData name="Harun Ndung'u" userId="f985bc4d647bc95f" providerId="LiveId" clId="{02957488-9E43-4B0D-A390-1CDED8389951}" dt="2025-12-26T10:01:06.489" v="312" actId="14100"/>
          <ac:picMkLst>
            <pc:docMk/>
            <pc:sldMk cId="3767664017" sldId="263"/>
            <ac:picMk id="5" creationId="{761837AD-1FA9-4B3A-A33E-A9E9484DEE4F}"/>
          </ac:picMkLst>
        </pc:picChg>
      </pc:sldChg>
      <pc:sldChg chg="modSp new mod">
        <pc:chgData name="Harun Ndung'u" userId="f985bc4d647bc95f" providerId="LiveId" clId="{02957488-9E43-4B0D-A390-1CDED8389951}" dt="2025-12-26T09:59:58.858" v="307" actId="5793"/>
        <pc:sldMkLst>
          <pc:docMk/>
          <pc:sldMk cId="3780679009" sldId="267"/>
        </pc:sldMkLst>
        <pc:spChg chg="mod">
          <ac:chgData name="Harun Ndung'u" userId="f985bc4d647bc95f" providerId="LiveId" clId="{02957488-9E43-4B0D-A390-1CDED8389951}" dt="2025-12-26T09:55:11.595" v="11" actId="20577"/>
          <ac:spMkLst>
            <pc:docMk/>
            <pc:sldMk cId="3780679009" sldId="267"/>
            <ac:spMk id="2" creationId="{62BC57FD-91D0-4FCA-9618-F856F9F53145}"/>
          </ac:spMkLst>
        </pc:spChg>
        <pc:spChg chg="mod">
          <ac:chgData name="Harun Ndung'u" userId="f985bc4d647bc95f" providerId="LiveId" clId="{02957488-9E43-4B0D-A390-1CDED8389951}" dt="2025-12-26T09:59:58.858" v="307" actId="5793"/>
          <ac:spMkLst>
            <pc:docMk/>
            <pc:sldMk cId="3780679009" sldId="267"/>
            <ac:spMk id="3" creationId="{3F0E56F0-BA9C-492E-951F-B1F59B6583F0}"/>
          </ac:spMkLst>
        </pc:spChg>
      </pc:sldChg>
      <pc:sldChg chg="delSp modSp new mod">
        <pc:chgData name="Harun Ndung'u" userId="f985bc4d647bc95f" providerId="LiveId" clId="{02957488-9E43-4B0D-A390-1CDED8389951}" dt="2025-12-26T09:59:46.769" v="306" actId="255"/>
        <pc:sldMkLst>
          <pc:docMk/>
          <pc:sldMk cId="36491589" sldId="268"/>
        </pc:sldMkLst>
        <pc:spChg chg="del mod">
          <ac:chgData name="Harun Ndung'u" userId="f985bc4d647bc95f" providerId="LiveId" clId="{02957488-9E43-4B0D-A390-1CDED8389951}" dt="2025-12-26T09:59:12.024" v="292" actId="478"/>
          <ac:spMkLst>
            <pc:docMk/>
            <pc:sldMk cId="36491589" sldId="268"/>
            <ac:spMk id="2" creationId="{1DD77A02-A064-4253-8D2C-50A268351C32}"/>
          </ac:spMkLst>
        </pc:spChg>
        <pc:spChg chg="mod">
          <ac:chgData name="Harun Ndung'u" userId="f985bc4d647bc95f" providerId="LiveId" clId="{02957488-9E43-4B0D-A390-1CDED8389951}" dt="2025-12-26T09:59:46.769" v="306" actId="255"/>
          <ac:spMkLst>
            <pc:docMk/>
            <pc:sldMk cId="36491589" sldId="268"/>
            <ac:spMk id="3" creationId="{9A8282FC-1010-4B6C-9503-BCA88AA159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7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1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8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6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4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61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60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19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9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9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7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3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FC081F-E60B-4ADA-A47F-E9FC740ACF68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4AEEB1-9ECB-4321-8CDE-1683CA240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4FE7-AF01-4467-AC88-F4C33C5CD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777241"/>
            <a:ext cx="8730199" cy="3219026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 OF NETWORK TRAFFIC USING UNSW_NB15_training-set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07490-4037-4464-8777-C014B3DA1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520440"/>
            <a:ext cx="6987645" cy="2343149"/>
          </a:xfrm>
        </p:spPr>
        <p:txBody>
          <a:bodyPr>
            <a:normAutofit/>
          </a:bodyPr>
          <a:lstStyle/>
          <a:p>
            <a:r>
              <a:rPr lang="en-US" dirty="0"/>
              <a:t>NAME: HARUN NDUNG’U		CT206/109460/22</a:t>
            </a:r>
          </a:p>
          <a:p>
            <a:r>
              <a:rPr lang="en-US" dirty="0"/>
              <a:t>UNIT: DATA ANALYTICS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997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8857-13EA-42B5-BF1A-E538AF5F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2296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74EF-3462-45D6-A509-10AB30F04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57350"/>
            <a:ext cx="10018713" cy="4133851"/>
          </a:xfrm>
        </p:spPr>
        <p:txBody>
          <a:bodyPr/>
          <a:lstStyle/>
          <a:p>
            <a:r>
              <a:rPr lang="en-US" dirty="0"/>
              <a:t>This presentation analyzes network traffic dataset. </a:t>
            </a:r>
          </a:p>
          <a:p>
            <a:r>
              <a:rPr lang="en-US" dirty="0"/>
              <a:t>The main goal is to understand how normal and malicious network activities differ.</a:t>
            </a:r>
          </a:p>
          <a:p>
            <a:r>
              <a:rPr lang="en-US" dirty="0"/>
              <a:t>Simple charts are used to explain patterns in the dataset.</a:t>
            </a:r>
          </a:p>
          <a:p>
            <a:r>
              <a:rPr lang="en-US" dirty="0"/>
              <a:t>The analysis helps in understanding how cyber attacks appear in real networks.</a:t>
            </a:r>
          </a:p>
        </p:txBody>
      </p:sp>
    </p:spTree>
    <p:extLst>
      <p:ext uri="{BB962C8B-B14F-4D97-AF65-F5344CB8AC3E}">
        <p14:creationId xmlns:p14="http://schemas.microsoft.com/office/powerpoint/2010/main" val="52059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5E2A-E8AD-4C95-BD48-F2B93DA6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51560"/>
          </a:xfrm>
        </p:spPr>
        <p:txBody>
          <a:bodyPr/>
          <a:lstStyle/>
          <a:p>
            <a:r>
              <a:rPr lang="en-US" dirty="0"/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9514-EAAD-4164-BEFF-8B442897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4481"/>
            <a:ext cx="10018713" cy="42367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UNSW-NB15 DATASET</a:t>
            </a:r>
          </a:p>
          <a:p>
            <a:r>
              <a:rPr lang="en-US" dirty="0"/>
              <a:t>The dataset contains records of network communication.</a:t>
            </a:r>
          </a:p>
          <a:p>
            <a:r>
              <a:rPr lang="en-US" dirty="0"/>
              <a:t>Each record represents a single network connection.</a:t>
            </a:r>
          </a:p>
          <a:p>
            <a:r>
              <a:rPr lang="en-US" dirty="0"/>
              <a:t>The data includes;</a:t>
            </a:r>
          </a:p>
          <a:p>
            <a:pPr lvl="1"/>
            <a:r>
              <a:rPr lang="en-US" dirty="0"/>
              <a:t>Normal network traffic.</a:t>
            </a:r>
          </a:p>
          <a:p>
            <a:pPr lvl="1"/>
            <a:r>
              <a:rPr lang="en-US" dirty="0"/>
              <a:t>Different types of cyber attacks.</a:t>
            </a:r>
          </a:p>
          <a:p>
            <a:r>
              <a:rPr lang="en-US" dirty="0"/>
              <a:t>It is commonly used for cybersecurity research and learning.</a:t>
            </a:r>
          </a:p>
          <a:p>
            <a:pPr marL="0" indent="0">
              <a:buNone/>
            </a:pPr>
            <a:r>
              <a:rPr lang="en-US" dirty="0"/>
              <a:t>KEY:</a:t>
            </a:r>
          </a:p>
          <a:p>
            <a:r>
              <a:rPr lang="en-US" dirty="0"/>
              <a:t>The data set helps us to  study how attacks behave compared to normal traffic.</a:t>
            </a:r>
          </a:p>
        </p:txBody>
      </p:sp>
    </p:spTree>
    <p:extLst>
      <p:ext uri="{BB962C8B-B14F-4D97-AF65-F5344CB8AC3E}">
        <p14:creationId xmlns:p14="http://schemas.microsoft.com/office/powerpoint/2010/main" val="156798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5484-AFC4-474B-9788-DF583156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9590"/>
            <a:ext cx="10018713" cy="1074420"/>
          </a:xfrm>
        </p:spPr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D18C-E6B4-4B4D-B275-A0438144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60221"/>
            <a:ext cx="10018713" cy="42290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Why Data Cleaning was necessary</a:t>
            </a:r>
          </a:p>
          <a:p>
            <a:r>
              <a:rPr lang="en-US" dirty="0"/>
              <a:t>Some of the columns in the dataset did not add useful information.</a:t>
            </a:r>
          </a:p>
          <a:p>
            <a:r>
              <a:rPr lang="en-US" dirty="0"/>
              <a:t>A few columns contained repetitive or empty values.</a:t>
            </a:r>
          </a:p>
          <a:p>
            <a:r>
              <a:rPr lang="en-US" dirty="0"/>
              <a:t>Data cleaning helps;</a:t>
            </a:r>
          </a:p>
          <a:p>
            <a:pPr lvl="1"/>
            <a:r>
              <a:rPr lang="en-US" dirty="0"/>
              <a:t>Improve accuracy.</a:t>
            </a:r>
          </a:p>
          <a:p>
            <a:pPr lvl="1"/>
            <a:r>
              <a:rPr lang="en-US" dirty="0"/>
              <a:t>Make charts easier to understand.</a:t>
            </a:r>
          </a:p>
          <a:p>
            <a:r>
              <a:rPr lang="en-US" dirty="0"/>
              <a:t>Only meaningful data was retained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8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185C-FFD9-4089-82FD-AB2A2CB9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 CATEGORY DISTRIBUTION (BAR CHART)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62BA47-DBDB-4D22-A330-074C8B41E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0" y="1600200"/>
            <a:ext cx="9825373" cy="4331368"/>
          </a:xfrm>
        </p:spPr>
      </p:pic>
    </p:spTree>
    <p:extLst>
      <p:ext uri="{BB962C8B-B14F-4D97-AF65-F5344CB8AC3E}">
        <p14:creationId xmlns:p14="http://schemas.microsoft.com/office/powerpoint/2010/main" val="418216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CD37-A779-4709-A012-34AF54F5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57201"/>
            <a:ext cx="10018713" cy="982979"/>
          </a:xfrm>
        </p:spPr>
        <p:txBody>
          <a:bodyPr/>
          <a:lstStyle/>
          <a:p>
            <a:r>
              <a:rPr lang="en-US" dirty="0"/>
              <a:t>ATTACK CATEGORY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41D6-6BDA-4562-9D30-922232B4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0181"/>
            <a:ext cx="10018713" cy="43510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the above chart shows.</a:t>
            </a:r>
          </a:p>
          <a:p>
            <a:r>
              <a:rPr lang="en-US" dirty="0"/>
              <a:t>Different types of cyber attacks in the dataset.</a:t>
            </a:r>
          </a:p>
          <a:p>
            <a:r>
              <a:rPr lang="en-US" dirty="0"/>
              <a:t>Normal traffic appears more than attack traffic.</a:t>
            </a:r>
          </a:p>
          <a:p>
            <a:r>
              <a:rPr lang="en-US" dirty="0"/>
              <a:t>Some attacks occur more frequently than others.</a:t>
            </a:r>
          </a:p>
          <a:p>
            <a:pPr marL="0" indent="0">
              <a:buNone/>
            </a:pPr>
            <a:r>
              <a:rPr lang="en-US" dirty="0"/>
              <a:t>NOTE:</a:t>
            </a:r>
          </a:p>
          <a:p>
            <a:r>
              <a:rPr lang="en-US" dirty="0"/>
              <a:t>This data is imbalanced, meaning normal activity happens more than attacks</a:t>
            </a:r>
          </a:p>
        </p:txBody>
      </p:sp>
    </p:spTree>
    <p:extLst>
      <p:ext uri="{BB962C8B-B14F-4D97-AF65-F5344CB8AC3E}">
        <p14:creationId xmlns:p14="http://schemas.microsoft.com/office/powerpoint/2010/main" val="378112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32CD-E51F-4D09-B3B3-00948CF5F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8680"/>
          </a:xfrm>
        </p:spPr>
        <p:txBody>
          <a:bodyPr/>
          <a:lstStyle/>
          <a:p>
            <a:r>
              <a:rPr lang="en-US" dirty="0"/>
              <a:t>INTERPRETATION OF ATTACK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1413-6383-4BF9-85B4-15FC9CC7E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28800"/>
            <a:ext cx="10018713" cy="41147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What can we learn from this?</a:t>
            </a:r>
          </a:p>
          <a:p>
            <a:r>
              <a:rPr lang="en-US" dirty="0"/>
              <a:t>Normal traffic dominates the network.</a:t>
            </a:r>
          </a:p>
          <a:p>
            <a:r>
              <a:rPr lang="en-US" dirty="0"/>
              <a:t>Common attacks include:</a:t>
            </a:r>
          </a:p>
          <a:p>
            <a:pPr lvl="1"/>
            <a:r>
              <a:rPr lang="en-US" dirty="0"/>
              <a:t>Generic attacks.</a:t>
            </a:r>
          </a:p>
          <a:p>
            <a:pPr lvl="1"/>
            <a:r>
              <a:rPr lang="en-US" dirty="0"/>
              <a:t>Exploits.</a:t>
            </a:r>
          </a:p>
          <a:p>
            <a:pPr lvl="1"/>
            <a:r>
              <a:rPr lang="en-US" dirty="0"/>
              <a:t>Reconnaissance</a:t>
            </a:r>
          </a:p>
          <a:p>
            <a:r>
              <a:rPr lang="en-US" dirty="0"/>
              <a:t>Rare attacks such as worms and backdoors occur less often</a:t>
            </a:r>
          </a:p>
          <a:p>
            <a:pPr marL="0" indent="0">
              <a:buNone/>
            </a:pPr>
            <a:r>
              <a:rPr lang="en-US" dirty="0"/>
              <a:t>Why this matters:</a:t>
            </a:r>
          </a:p>
          <a:p>
            <a:r>
              <a:rPr lang="en-US" dirty="0"/>
              <a:t>Rare attacks are harder to detect and require special attention in security systems.</a:t>
            </a:r>
          </a:p>
        </p:txBody>
      </p:sp>
    </p:spTree>
    <p:extLst>
      <p:ext uri="{BB962C8B-B14F-4D97-AF65-F5344CB8AC3E}">
        <p14:creationId xmlns:p14="http://schemas.microsoft.com/office/powerpoint/2010/main" val="16580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F792-5257-41AB-A9FD-36F4CEF1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57201"/>
            <a:ext cx="10018713" cy="960120"/>
          </a:xfrm>
        </p:spPr>
        <p:txBody>
          <a:bodyPr/>
          <a:lstStyle/>
          <a:p>
            <a:r>
              <a:rPr lang="en-US" dirty="0"/>
              <a:t>PROTOCOL DISTRIBUTION (BAR CHART)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837AD-1FA9-4B3A-A33E-A9E9484DE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660" y="1417321"/>
            <a:ext cx="9458024" cy="4848378"/>
          </a:xfrm>
        </p:spPr>
      </p:pic>
    </p:spTree>
    <p:extLst>
      <p:ext uri="{BB962C8B-B14F-4D97-AF65-F5344CB8AC3E}">
        <p14:creationId xmlns:p14="http://schemas.microsoft.com/office/powerpoint/2010/main" val="3767664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29ED-25ED-4FA4-BD7F-9CCA77132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02920"/>
            <a:ext cx="10018713" cy="731520"/>
          </a:xfrm>
        </p:spPr>
        <p:txBody>
          <a:bodyPr/>
          <a:lstStyle/>
          <a:p>
            <a:r>
              <a:rPr lang="en-US" dirty="0"/>
              <a:t>PROTOCOL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A28B-19D3-4FEC-8DAF-543279B78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0180"/>
            <a:ext cx="10018713" cy="44805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a protocol?</a:t>
            </a:r>
          </a:p>
          <a:p>
            <a:r>
              <a:rPr lang="en-US" dirty="0"/>
              <a:t>A protocol is a standard set of rules and conventions that govern how data is formatted, transmitted and received between devices.</a:t>
            </a:r>
          </a:p>
          <a:p>
            <a:pPr marL="0" indent="0">
              <a:buNone/>
            </a:pPr>
            <a:r>
              <a:rPr lang="en-US" dirty="0"/>
              <a:t>What the protocol distribution  bar chart shows:</a:t>
            </a:r>
          </a:p>
          <a:p>
            <a:r>
              <a:rPr lang="en-US" dirty="0"/>
              <a:t>TCP is the most commonly used protocol.</a:t>
            </a:r>
          </a:p>
          <a:p>
            <a:r>
              <a:rPr lang="en-US" dirty="0"/>
              <a:t>UDP and ICMP follow.</a:t>
            </a:r>
          </a:p>
          <a:p>
            <a:r>
              <a:rPr lang="en-US" dirty="0"/>
              <a:t>Other protocols appear less frequently.</a:t>
            </a:r>
          </a:p>
        </p:txBody>
      </p:sp>
    </p:spTree>
    <p:extLst>
      <p:ext uri="{BB962C8B-B14F-4D97-AF65-F5344CB8AC3E}">
        <p14:creationId xmlns:p14="http://schemas.microsoft.com/office/powerpoint/2010/main" val="221008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7A30-389C-4E76-9AA0-5E1359F9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6868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INTERPRETATION OF PROTOCOL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8D62-25DD-40F9-9E72-0BD551A02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74520"/>
            <a:ext cx="10018713" cy="40462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this means;</a:t>
            </a:r>
          </a:p>
          <a:p>
            <a:r>
              <a:rPr lang="en-US" dirty="0"/>
              <a:t>Most communication uses TCP.</a:t>
            </a:r>
          </a:p>
          <a:p>
            <a:r>
              <a:rPr lang="en-US" dirty="0"/>
              <a:t>UDP is used for faster but less reliable communication.</a:t>
            </a:r>
          </a:p>
          <a:p>
            <a:r>
              <a:rPr lang="en-US" dirty="0"/>
              <a:t>ICMP is mainly used for network testing and diagnostics.</a:t>
            </a:r>
          </a:p>
          <a:p>
            <a:pPr marL="0" indent="0">
              <a:buNone/>
            </a:pPr>
            <a:r>
              <a:rPr lang="en-US" dirty="0"/>
              <a:t>Security  insight:</a:t>
            </a:r>
          </a:p>
          <a:p>
            <a:r>
              <a:rPr lang="en-US" dirty="0"/>
              <a:t>Unusual increases in rare protocols may indicate suspicious activity.</a:t>
            </a:r>
          </a:p>
        </p:txBody>
      </p:sp>
    </p:spTree>
    <p:extLst>
      <p:ext uri="{BB962C8B-B14F-4D97-AF65-F5344CB8AC3E}">
        <p14:creationId xmlns:p14="http://schemas.microsoft.com/office/powerpoint/2010/main" val="345124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D2CD-844C-4350-B384-313112D6B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5156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DDD64-EED3-4E34-AD0B-4218A2CD3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88821"/>
            <a:ext cx="10018713" cy="38023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Main Insights from the Analysis</a:t>
            </a:r>
          </a:p>
          <a:p>
            <a:r>
              <a:rPr lang="en-US" dirty="0"/>
              <a:t>Network traffic is dominated by normal activity.</a:t>
            </a:r>
          </a:p>
          <a:p>
            <a:r>
              <a:rPr lang="en-US" dirty="0"/>
              <a:t>Cyber attacks exist in different forms and frequencies.</a:t>
            </a:r>
          </a:p>
          <a:p>
            <a:r>
              <a:rPr lang="en-US" dirty="0"/>
              <a:t>TCP is the most common communication protocol.</a:t>
            </a:r>
          </a:p>
          <a:p>
            <a:r>
              <a:rPr lang="en-US" dirty="0"/>
              <a:t>Visual analysis helps identify unusual patterns quickly. </a:t>
            </a:r>
          </a:p>
        </p:txBody>
      </p:sp>
    </p:spTree>
    <p:extLst>
      <p:ext uri="{BB962C8B-B14F-4D97-AF65-F5344CB8AC3E}">
        <p14:creationId xmlns:p14="http://schemas.microsoft.com/office/powerpoint/2010/main" val="3028910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57FD-91D0-4FCA-9618-F856F9F5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2014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56F0-BA9C-492E-951F-B1F59B65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05941"/>
            <a:ext cx="10018713" cy="41605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Final Remarks</a:t>
            </a:r>
          </a:p>
          <a:p>
            <a:r>
              <a:rPr lang="en-US" dirty="0"/>
              <a:t>Visual analysis makes complex data easier to understand.</a:t>
            </a:r>
          </a:p>
          <a:p>
            <a:r>
              <a:rPr lang="en-US" dirty="0"/>
              <a:t>Understanding network behavior is important for cybersecurity.</a:t>
            </a:r>
          </a:p>
          <a:p>
            <a:r>
              <a:rPr lang="en-US" dirty="0"/>
              <a:t>The findings can help in designed better security monitoring systems.</a:t>
            </a:r>
          </a:p>
          <a:p>
            <a:r>
              <a:rPr lang="en-US" dirty="0"/>
              <a:t>Simple charts can effectively communicate important insights.</a:t>
            </a:r>
          </a:p>
        </p:txBody>
      </p:sp>
    </p:spTree>
    <p:extLst>
      <p:ext uri="{BB962C8B-B14F-4D97-AF65-F5344CB8AC3E}">
        <p14:creationId xmlns:p14="http://schemas.microsoft.com/office/powerpoint/2010/main" val="378067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82FC-1010-4B6C-9503-BCA88AA15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43001"/>
            <a:ext cx="10018713" cy="4648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6491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122</TotalTime>
  <Words>481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ANALYSIS OF NETWORK TRAFFIC USING UNSW_NB15_training-set </vt:lpstr>
      <vt:lpstr>INTRODUCTION</vt:lpstr>
      <vt:lpstr>ABOUT THE DATASET</vt:lpstr>
      <vt:lpstr>DATA CLEANING</vt:lpstr>
      <vt:lpstr>ATTACK CATEGORY DISTRIBUTION (BAR CHART)</vt:lpstr>
      <vt:lpstr>ATTACK CATEGORY DISTRIBUTION</vt:lpstr>
      <vt:lpstr>INTERPRETATION OF ATTACK CATEGORIES</vt:lpstr>
      <vt:lpstr>PROTOCOL DISTRIBUTION (BAR CHART)</vt:lpstr>
      <vt:lpstr>PROTOCOL DISTRIBUTION</vt:lpstr>
      <vt:lpstr>INTERPRETATION OF PROTOCOL DISTRIBUTION</vt:lpstr>
      <vt:lpstr>SUMMARY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NETWORK TRAFFIC USING THE UNSW_NB15_training-set</dc:title>
  <dc:creator>Harun Ndung'u</dc:creator>
  <cp:lastModifiedBy>Harun Ndung'u</cp:lastModifiedBy>
  <cp:revision>8</cp:revision>
  <dcterms:created xsi:type="dcterms:W3CDTF">2025-12-26T08:12:22Z</dcterms:created>
  <dcterms:modified xsi:type="dcterms:W3CDTF">2025-12-26T10:14:49Z</dcterms:modified>
</cp:coreProperties>
</file>